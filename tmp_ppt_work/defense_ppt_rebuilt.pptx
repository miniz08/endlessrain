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4" r:id="rId7"/>
    <p:sldId id="266" r:id="rId8"/>
    <p:sldId id="265" r:id="rId9"/>
    <p:sldId id="267" r:id="rId10"/>
    <p:sldId id="268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960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的设计与实现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365760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495604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    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：221404060413</a:t>
            </a:r>
            <a:endParaRPr lang="en-US" sz="1700" dirty="0"/>
          </a:p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计算机科学与技术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6080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HENAN UNIVERSITY OF SCIENCE &amp;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研究背景与课题目标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03504" y="9601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61.56%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用户日常获取信息渠道中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社交平台占比较高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17520" y="336990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高频化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0" y="4065689"/>
            <a:ext cx="2194560" cy="438912"/>
          </a:xfrm>
          <a:prstGeom prst="round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网站系统持续面临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自动化攻击与风险扫描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1600200"/>
            <a:ext cx="0" cy="324612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75320" y="1499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课题目标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029967"/>
            <a:ext cx="3200400" cy="247463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85000" lnSpcReduction="10000"/>
          </a:bodyPr>
          <a:lstStyle/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实现一个基于微服务的社交平台原型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分析嵌入内容发布后的治理流程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将用户行为、内容质量与推荐展示关联起来
</a:t>
            </a:r>
            <a:endParaRPr lang="en-US" sz="1750" dirty="0"/>
          </a:p>
          <a:p>
            <a:r>
              <a:rPr lang="en-US" sz="1750" dirty="0" err="1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requestId 与审计日志保留关键请求与异常线索</a:t>
            </a:r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</a:rPr>
              <a:t>形成可追踪的内容治理闭环</a:t>
            </a:r>
            <a:endParaRPr lang="en-US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465ECE5-815A-D3EF-06AF-8174411BE4BB}"/>
              </a:ext>
            </a:extLst>
          </p:cNvPr>
          <p:cNvSpPr/>
          <p:nvPr/>
        </p:nvSpPr>
        <p:spPr>
          <a:xfrm>
            <a:off x="3177540" y="18265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</a:t>
            </a:r>
            <a:endParaRPr lang="en-US" sz="3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A62B512C-771F-E2C1-0139-9C480C6808E8}"/>
              </a:ext>
            </a:extLst>
          </p:cNvPr>
          <p:cNvSpPr/>
          <p:nvPr/>
        </p:nvSpPr>
        <p:spPr>
          <a:xfrm>
            <a:off x="3177540" y="2395728"/>
            <a:ext cx="1920240" cy="4389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生成式 AI 已降低</a:t>
            </a:r>
            <a:endParaRPr lang="en-US" sz="1350" dirty="0">
              <a:solidFill>
                <a:srgbClr val="506070"/>
              </a:solidFill>
              <a:latin typeface="Microsoft YaHei" pitchFamily="34" charset="0"/>
              <a:ea typeface="Microsoft YaHei" pitchFamily="34" charset="-122"/>
            </a:endParaRPr>
          </a:p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内容生产门槛</a:t>
            </a: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95EA1B8B-4986-91A7-5622-F5A784B0B3DF}"/>
              </a:ext>
            </a:extLst>
          </p:cNvPr>
          <p:cNvSpPr/>
          <p:nvPr/>
        </p:nvSpPr>
        <p:spPr>
          <a:xfrm>
            <a:off x="5440680" y="18630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zh-CN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</a:rPr>
              <a:t>内容治理</a:t>
            </a:r>
            <a:endParaRPr lang="en-US" sz="3000" b="1" dirty="0">
              <a:solidFill>
                <a:srgbClr val="245B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ED22872-7277-3BDA-D028-CFBE39F14673}"/>
              </a:ext>
            </a:extLst>
          </p:cNvPr>
          <p:cNvSpPr/>
          <p:nvPr/>
        </p:nvSpPr>
        <p:spPr>
          <a:xfrm>
            <a:off x="5440680" y="2396412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内容风险</a:t>
            </a:r>
            <a:endParaRPr lang="en-US" sz="1350" dirty="0"/>
          </a:p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虚假、低质与垃圾内容增加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100" b="1">
                <a:solidFill>
                  <a:srgbClr val="243846"/>
                </a:solidFill>
                <a:latin typeface="Microsoft YaHei"/>
              </a:rPr>
              <a:t>总体架构设计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960120" y="1499616"/>
            <a:ext cx="1874519" cy="32004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5716E"/>
                </a:solidFill>
                <a:latin typeface="Microsoft YaHei"/>
              </a:rPr>
              <a:t>客户端访问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54096" y="1499616"/>
            <a:ext cx="1965960" cy="32004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5716E"/>
                </a:solidFill>
                <a:latin typeface="Microsoft YaHei"/>
              </a:rPr>
              <a:t>前端容器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0096" y="1499616"/>
            <a:ext cx="2331720" cy="32004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5716E"/>
                </a:solidFill>
                <a:latin typeface="Microsoft YaHei"/>
              </a:rPr>
              <a:t>统一入口容器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389888"/>
            <a:ext cx="2331720" cy="32004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5716E"/>
                </a:solidFill>
                <a:latin typeface="Microsoft YaHei"/>
              </a:rPr>
              <a:t>业务服务容器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11680"/>
            <a:ext cx="1965960" cy="98755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1500" b="1">
                <a:solidFill>
                  <a:srgbClr val="15716E"/>
                </a:solidFill>
                <a:latin typeface="Microsoft YaHei"/>
              </a:rPr>
              <a:t>浏览器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30" b="0">
                <a:solidFill>
                  <a:srgbClr val="243846"/>
                </a:solidFill>
                <a:latin typeface="Microsoft YaHei"/>
              </a:rPr>
              <a:t>用户访问页面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30" b="0">
                <a:solidFill>
                  <a:srgbClr val="243846"/>
                </a:solidFill>
                <a:latin typeface="Microsoft YaHei"/>
              </a:rPr>
              <a:t>提交业务请求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011680"/>
            <a:ext cx="1965960" cy="98755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1500" b="1">
                <a:solidFill>
                  <a:srgbClr val="15716E"/>
                </a:solidFill>
                <a:latin typeface="Microsoft YaHei"/>
              </a:rPr>
              <a:t>mofukaze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30" b="0">
                <a:solidFill>
                  <a:srgbClr val="243846"/>
                </a:solidFill>
                <a:latin typeface="Microsoft YaHei"/>
              </a:rPr>
              <a:t>Nuxt3 前端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30" b="0">
                <a:solidFill>
                  <a:srgbClr val="243846"/>
                </a:solidFill>
                <a:latin typeface="Microsoft YaHei"/>
              </a:rPr>
              <a:t>页面展示与交互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883664"/>
            <a:ext cx="2331720" cy="1243584"/>
          </a:xfrm>
          <a:prstGeom prst="roundRect">
            <a:avLst/>
          </a:prstGeom>
          <a:solidFill>
            <a:srgbClr val="F0FAF8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1500" b="1">
                <a:solidFill>
                  <a:srgbClr val="15716E"/>
                </a:solidFill>
                <a:latin typeface="Microsoft YaHei"/>
              </a:rPr>
              <a:t>api_gateway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路由转发 / 限流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requestId 透传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审计查询入口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0" y="2487168"/>
            <a:ext cx="1234440" cy="1280160"/>
          </a:xfrm>
          <a:prstGeom prst="roundRect">
            <a:avLst/>
          </a:prstGeom>
          <a:solidFill>
            <a:srgbClr val="F0FAF8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1220" b="1">
                <a:solidFill>
                  <a:srgbClr val="15716E"/>
                </a:solidFill>
                <a:latin typeface="Microsoft YaHei"/>
              </a:rPr>
              <a:t>MySQL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950" b="0">
                <a:solidFill>
                  <a:srgbClr val="243846"/>
                </a:solidFill>
                <a:latin typeface="Microsoft YaHei"/>
              </a:rPr>
              <a:t>5.7.44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950" b="0">
                <a:solidFill>
                  <a:srgbClr val="243846"/>
                </a:solidFill>
                <a:latin typeface="Microsoft YaHei"/>
              </a:rPr>
              <a:t>longseason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2505456"/>
            <a:ext cx="228600" cy="0"/>
          </a:xfrm>
          <a:prstGeom prst="line">
            <a:avLst/>
          </a:prstGeom>
          <a:ln w="1651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505456"/>
            <a:ext cx="365760" cy="0"/>
          </a:xfrm>
          <a:prstGeom prst="line">
            <a:avLst/>
          </a:prstGeom>
          <a:ln w="1651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35240" y="2505456"/>
            <a:ext cx="640080" cy="0"/>
          </a:xfrm>
          <a:prstGeom prst="line">
            <a:avLst/>
          </a:prstGeom>
          <a:ln w="1651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0120" y="4709160"/>
            <a:ext cx="10287000" cy="73152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rmAutofit/>
          </a:bodyPr>
          <a:lstStyle/>
          <a:p>
            <a:pPr algn="ctr"/>
            <a:r>
              <a:rPr sz="1420" b="1">
                <a:solidFill>
                  <a:srgbClr val="243846"/>
                </a:solidFill>
                <a:latin typeface="Microsoft YaHei"/>
              </a:rPr>
              <a:t>Docker 运行分离：每个服务构建为独立镜像与容器；Docker 内部网络通过服务名通信；对外统一通过网关入口访问。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设计主线：从发文到追踪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713232" y="987552"/>
            <a:ext cx="10652760" cy="56692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900" b="1">
                <a:solidFill>
                  <a:srgbClr val="15716E"/>
                </a:solidFill>
                <a:latin typeface="Microsoft YaHei"/>
              </a:defRPr>
            </a:pPr>
            <a:r>
              <a:t>不是功能堆砌，而是围绕内容治理形成三条闭环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50" b="1">
                <a:solidFill>
                  <a:srgbClr val="15716E"/>
                </a:solidFill>
                <a:latin typeface="Microsoft YaHei"/>
              </a:defRPr>
            </a:pPr>
            <a:r>
              <a:t>01  统一入口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网关转发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限流与 requestId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828800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50" b="1">
                <a:solidFill>
                  <a:srgbClr val="15716E"/>
                </a:solidFill>
                <a:latin typeface="Microsoft YaHei"/>
              </a:defRPr>
            </a:pPr>
            <a:r>
              <a:t>02  内容入库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文章先待审核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互动写业务表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18704" y="1828800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50" b="1">
                <a:solidFill>
                  <a:srgbClr val="15716E"/>
                </a:solidFill>
                <a:latin typeface="Microsoft YaHei"/>
              </a:defRPr>
            </a:pPr>
            <a:r>
              <a:t>03  AI 治理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四项评分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标签 / 风险 / 决策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73075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50" b="1">
                <a:solidFill>
                  <a:srgbClr val="15716E"/>
                </a:solidFill>
                <a:latin typeface="Microsoft YaHei"/>
              </a:defRPr>
            </a:pPr>
            <a:r>
              <a:t>04  展示控制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先判断能不能看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再决定排第几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73075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50" b="1">
                <a:solidFill>
                  <a:srgbClr val="15716E"/>
                </a:solidFill>
                <a:latin typeface="Microsoft YaHei"/>
              </a:defRPr>
            </a:pPr>
            <a:r>
              <a:t>05  推荐排序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画像 + 质量 + 新鲜度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风险与已看惩罚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373075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50" b="1">
                <a:solidFill>
                  <a:srgbClr val="15716E"/>
                </a:solidFill>
                <a:latin typeface="Microsoft YaHei"/>
              </a:defRPr>
            </a:pPr>
            <a:r>
              <a:t>06  回写追踪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推荐事件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审计日志与复现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413248"/>
            <a:ext cx="10149840" cy="45720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讲述抓手：先管住内容，再分发内容，最后留下证据。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服务拆分：职责边界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713232" y="987552"/>
            <a:ext cx="10652760" cy="56692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900" b="1">
                <a:solidFill>
                  <a:srgbClr val="15716E"/>
                </a:solidFill>
                <a:latin typeface="Microsoft YaHei"/>
              </a:defRPr>
            </a:pPr>
            <a:r>
              <a:t>拆分原则：入口统一，业务内聚，AI 与聊天独立演进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1051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mofukaze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Nuxt3 前端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页面展示与交互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81051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api_gateway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统一 API 入口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转发、限流、requestId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18704" y="181051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user_service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认证与用户资料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登录、会话、角色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45643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blog_service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核心业务服务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内容、互动、推荐、通知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45643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ai_service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AI 分析服务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评分、标签、风险、Provider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345643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chat_service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私信服务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线程、消息、WebSocket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166360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6 个服务</a:t>
            </a:r>
          </a:p>
          <a:p>
            <a:pPr algn="ctr">
              <a:defRPr sz="1250">
                <a:solidFill>
                  <a:srgbClr val="606E76"/>
                </a:solidFill>
                <a:latin typeface="Microsoft YaHei"/>
              </a:defRPr>
            </a:pPr>
            <a:r>
              <a:t>独立镜像与容器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5166360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约 21 张表</a:t>
            </a:r>
          </a:p>
          <a:p>
            <a:pPr algn="ctr">
              <a:defRPr sz="1250">
                <a:solidFill>
                  <a:srgbClr val="606E76"/>
                </a:solidFill>
                <a:latin typeface="Microsoft YaHei"/>
              </a:defRPr>
            </a:pPr>
            <a:r>
              <a:t>支撑业务闭环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166360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1 个入口</a:t>
            </a:r>
          </a:p>
          <a:p>
            <a:pPr algn="ctr">
              <a:defRPr sz="1250">
                <a:solidFill>
                  <a:srgbClr val="606E76"/>
                </a:solidFill>
                <a:latin typeface="Microsoft YaHei"/>
              </a:defRPr>
            </a:pPr>
            <a:r>
              <a:t>网关统一访问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AI 治理：调用不是终点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713232" y="987552"/>
            <a:ext cx="10652760" cy="56692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文章先进入待审核；AI 输出必须结构化落库，才能影响后续业务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2176272" cy="150876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触发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发文后调用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blog_service -&gt; ai_service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2633472"/>
            <a:ext cx="356616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01568" y="1874519"/>
            <a:ext cx="2176272" cy="150876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组织请求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messages 风格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system + user + schema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23560" y="2633472"/>
            <a:ext cx="356616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53328" y="1874519"/>
            <a:ext cx="2176272" cy="150876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Provider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Mock 稳定测试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真实模型轮询调用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75320" y="2633472"/>
            <a:ext cx="356616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05088" y="1874519"/>
            <a:ext cx="2176272" cy="150876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结构化结果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评分 / 标签 / 风险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决策与建议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22191"/>
            <a:ext cx="3154680" cy="1207008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落库位置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article_ai_analysis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article_ai_tag_on_article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article.status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822191"/>
            <a:ext cx="3154680" cy="1207008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业务影响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展示控制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推荐排序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作者评分与通知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822191"/>
            <a:ext cx="2926080" cy="120700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失败策略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模型异常不放行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进入 REVIEW_REQUIRED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13248"/>
            <a:ext cx="10058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50" b="0">
                <a:solidFill>
                  <a:srgbClr val="606E76"/>
                </a:solidFill>
                <a:latin typeface="Microsoft YaHei"/>
              </a:defRPr>
            </a:pPr>
            <a:r>
              <a:t>这页要讲清楚：AI 不是聊天窗口，而是内容治理链路中的结构化分析服务。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推荐闭环：先过滤，再排序</a:t>
            </a:r>
            <a:endParaRPr lang="en-US" sz="2800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713232" y="987552"/>
            <a:ext cx="10652760" cy="56692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900" b="1">
                <a:solidFill>
                  <a:srgbClr val="15716E"/>
                </a:solidFill>
                <a:latin typeface="Microsoft YaHei"/>
              </a:defRPr>
            </a:pPr>
            <a:r>
              <a:t>推荐不绕过审核：只在可展示候选内做个性化排序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4983480" cy="221284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900" b="1">
                <a:solidFill>
                  <a:srgbClr val="15716E"/>
                </a:solidFill>
                <a:latin typeface="Microsoft YaHei"/>
              </a:defRPr>
            </a:pPr>
            <a:r>
              <a:t>可解释推荐公式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606E76"/>
                </a:solidFill>
                <a:latin typeface="Microsoft YaHei"/>
              </a:defRPr>
            </a:pPr>
            <a:r>
              <a:t>tagMatch * 4 + authorAffinity * 2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606E76"/>
                </a:solidFill>
                <a:latin typeface="Microsoft YaHei"/>
              </a:defRPr>
            </a:pPr>
            <a:r>
              <a:t>+ authorQuality * 1.2 + contentQuality + freshness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606E76"/>
                </a:solidFill>
                <a:latin typeface="Microsoft YaHei"/>
              </a:defRPr>
            </a:pPr>
            <a:r>
              <a:t>- riskPenalty - seenPenalty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2240280" cy="106070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候选过滤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PUBLISHED / LOW_PRIORITY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legalityScore &gt;=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783080"/>
            <a:ext cx="2240280" cy="106070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输入信号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画像、AI 标签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14 天统计、已看记录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944368"/>
            <a:ext cx="2240280" cy="106070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排序输出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推荐列表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requestId 返回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944368"/>
            <a:ext cx="2240280" cy="106070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请求记录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reco_request_log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曝光与 seen 回写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572000"/>
            <a:ext cx="10058400" cy="56692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关键边界：推荐流读取已落库 AI 结果，不会每次推荐都实时请求大模型。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58384"/>
            <a:ext cx="10058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20" b="0">
                <a:solidFill>
                  <a:srgbClr val="606E76"/>
                </a:solidFill>
                <a:latin typeface="Microsoft YaHei"/>
              </a:defRPr>
            </a:pPr>
            <a:r>
              <a:t>讲述顺序：先说候选为什么安全，再说分数为什么可解释，最后说行为如何回写。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画像反馈：行为改变下一次推荐</a:t>
            </a:r>
            <a:endParaRPr lang="en-US" altLang="zh-CN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13232" y="987552"/>
            <a:ext cx="10652760" cy="56692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900" b="1">
                <a:solidFill>
                  <a:srgbClr val="15716E"/>
                </a:solidFill>
                <a:latin typeface="Microsoft YaHei"/>
              </a:defRPr>
            </a:pPr>
            <a:r>
              <a:t>用户画像不是手工填写，而是由推荐事件持续计算出来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1737360" cy="150876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展示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推荐列表返回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自动写曝光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32304" y="2587752"/>
            <a:ext cx="292608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1828800"/>
            <a:ext cx="1737360" cy="150876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行为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点击、停留、阅读完成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点赞、评论、隐藏、举报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62856" y="2587752"/>
            <a:ext cx="292608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19472" y="1828800"/>
            <a:ext cx="1737360" cy="150876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事件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reco_event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场景、位置、requestId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93408" y="2587752"/>
            <a:ext cx="292608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50024" y="1828800"/>
            <a:ext cx="1737360" cy="150876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画像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90 天 / 500 事件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时间衰减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23960" y="2587752"/>
            <a:ext cx="292607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80576" y="1828800"/>
            <a:ext cx="1737360" cy="150876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下次推荐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tagVector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authorAffinity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50208"/>
            <a:ext cx="3063240" cy="114300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正向信号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点击、阅读完成、点赞、评论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提高相关标签和作者权重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950208"/>
            <a:ext cx="3063240" cy="114300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负向信号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隐藏、举报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降低相似内容和作者权重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950208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稳定性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旧行为逐渐衰减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避免兴趣长期锁死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20" b="0">
                <a:solidFill>
                  <a:srgbClr val="606E76"/>
                </a:solidFill>
                <a:latin typeface="Microsoft YaHei"/>
              </a:defRPr>
            </a:pPr>
            <a:r>
              <a:t>这页的核心话术：用户不是只接收推荐，用户行为会成为下一次推荐的输入。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安全审计：从请求到证据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713232" y="987552"/>
            <a:ext cx="10652760" cy="56692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审计不是单独记日志，而是 requestId + 业务动作 + 管理员查询形成证据链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47088"/>
            <a:ext cx="2240280" cy="160020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身份边界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access token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refresh token 仅存哈希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47088"/>
            <a:ext cx="2240280" cy="160020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入口边界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网关限流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requestId 透传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847088"/>
            <a:ext cx="2240280" cy="160020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权限边界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角色判断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资源归属校验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847088"/>
            <a:ext cx="2240280" cy="160020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证据边界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audit_log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用户 / 路径 / 动作 / 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77639"/>
            <a:ext cx="2971800" cy="106070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639" b="1">
                <a:solidFill>
                  <a:srgbClr val="15716E"/>
                </a:solidFill>
                <a:latin typeface="Microsoft YaHei"/>
              </a:defRPr>
            </a:pPr>
            <a:r>
              <a:t>记录什么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登录、发文、删除、AI 分析、评论、关注、聊天、异常请求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977639"/>
            <a:ext cx="2971800" cy="106070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639" b="1">
                <a:solidFill>
                  <a:srgbClr val="15716E"/>
                </a:solidFill>
                <a:latin typeface="Microsoft YaHei"/>
              </a:defRPr>
            </a:pPr>
            <a:r>
              <a:t>如何查看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管理员运维页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审计列表与摘要统计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977639"/>
            <a:ext cx="2971800" cy="106070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639" b="1">
                <a:solidFill>
                  <a:srgbClr val="15716E"/>
                </a:solidFill>
                <a:latin typeface="Microsoft YaHei"/>
              </a:defRPr>
            </a:pPr>
            <a:r>
              <a:t>如何闭环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请求可定位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异常可追踪，结果可复核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058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20" b="0">
                <a:solidFill>
                  <a:srgbClr val="606E76"/>
                </a:solidFill>
                <a:latin typeface="Microsoft YaHei"/>
              </a:defRPr>
            </a:pPr>
            <a:r>
              <a:t>答辩时避免说成“日志很多”，要说成“关键行为可以按请求链路追踪”。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测试证据：闭环是否跑通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713232" y="987552"/>
            <a:ext cx="10652760" cy="56692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900" b="1">
                <a:solidFill>
                  <a:srgbClr val="15716E"/>
                </a:solidFill>
                <a:latin typeface="Microsoft YaHei"/>
              </a:defRPr>
            </a:pPr>
            <a:r>
              <a:t>测试目标：验证主流程可运行、问题可发现、修复可复验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47088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84 / 82</a:t>
            </a:r>
          </a:p>
          <a:p>
            <a:pPr algn="ctr">
              <a:defRPr sz="1250">
                <a:solidFill>
                  <a:srgbClr val="606E76"/>
                </a:solidFill>
                <a:latin typeface="Microsoft YaHei"/>
              </a:defRPr>
            </a:pPr>
            <a:r>
              <a:t>综合黑盒测试</a:t>
            </a:r>
          </a:p>
          <a:p>
            <a:pPr algn="ctr">
              <a:defRPr sz="1050">
                <a:solidFill>
                  <a:srgbClr val="606E76"/>
                </a:solidFill>
                <a:latin typeface="Microsoft YaHei"/>
              </a:defRPr>
            </a:pPr>
            <a:r>
              <a:t>通过率 97.62%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847088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7 / 7</a:t>
            </a:r>
          </a:p>
          <a:p>
            <a:pPr algn="ctr">
              <a:defRPr sz="1250">
                <a:solidFill>
                  <a:srgbClr val="606E76"/>
                </a:solidFill>
                <a:latin typeface="Microsoft YaHei"/>
              </a:defRPr>
            </a:pPr>
            <a:r>
              <a:t>定向修复复验</a:t>
            </a:r>
          </a:p>
          <a:p>
            <a:pPr algn="ctr">
              <a:defRPr sz="1050">
                <a:solidFill>
                  <a:srgbClr val="606E76"/>
                </a:solidFill>
                <a:latin typeface="Microsoft YaHei"/>
              </a:defRPr>
            </a:pPr>
            <a:r>
              <a:t>缺陷闭环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1847088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13 / 13</a:t>
            </a:r>
          </a:p>
          <a:p>
            <a:pPr algn="ctr">
              <a:defRPr sz="1250">
                <a:solidFill>
                  <a:srgbClr val="606E76"/>
                </a:solidFill>
                <a:latin typeface="Microsoft YaHei"/>
              </a:defRPr>
            </a:pPr>
            <a:r>
              <a:t>推荐专项验证</a:t>
            </a:r>
          </a:p>
          <a:p>
            <a:pPr algn="ctr">
              <a:defRPr sz="1050">
                <a:solidFill>
                  <a:srgbClr val="606E76"/>
                </a:solidFill>
                <a:latin typeface="Microsoft YaHei"/>
              </a:defRPr>
            </a:pPr>
            <a:r>
              <a:t>画像差异有效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05088" y="1847088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160 / 16</a:t>
            </a:r>
          </a:p>
          <a:p>
            <a:pPr algn="ctr">
              <a:defRPr sz="1250">
                <a:solidFill>
                  <a:srgbClr val="606E76"/>
                </a:solidFill>
                <a:latin typeface="Microsoft YaHei"/>
              </a:defRPr>
            </a:pPr>
            <a:r>
              <a:t>推荐并发复验</a:t>
            </a:r>
          </a:p>
          <a:p>
            <a:pPr algn="ctr">
              <a:defRPr sz="1050">
                <a:solidFill>
                  <a:srgbClr val="606E76"/>
                </a:solidFill>
                <a:latin typeface="Microsoft YaHei"/>
              </a:defRPr>
            </a:pPr>
            <a:r>
              <a:t>全 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47872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发现并修复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注册角色提权风险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WebSocket 网关转发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推荐并发写入冲突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547872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专项推荐数据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3 类画像用户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36 作者 / 291 文章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1021 条推荐事件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547872"/>
            <a:ext cx="2926080" cy="13258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54864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结论边界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证明原型闭环可验证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不夸大为生产容量测试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58384"/>
            <a:ext cx="10058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20" b="0">
                <a:solidFill>
                  <a:srgbClr val="606E76"/>
                </a:solidFill>
                <a:latin typeface="Microsoft YaHei"/>
              </a:defRPr>
            </a:pPr>
            <a:r>
              <a:t>系统测试使用 Mock Provider 保证可重复；真实模型接入能力另做补充验证。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总结与致谢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713232" y="987552"/>
            <a:ext cx="10652760" cy="585216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900" b="1">
                <a:solidFill>
                  <a:srgbClr val="15716E"/>
                </a:solidFill>
                <a:latin typeface="Microsoft YaHei"/>
              </a:defRPr>
            </a:pPr>
            <a:r>
              <a:t>完成的是一个可运行、可追踪、可解释的社交平台原型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47088"/>
            <a:ext cx="2240280" cy="155448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微服务架构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前端、网关、用户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内容、AI、聊天分离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47088"/>
            <a:ext cx="2240280" cy="15544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内容治理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AI 评分、标签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风险与展示状态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847088"/>
            <a:ext cx="2240280" cy="15544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推荐闭环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画像、事件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排序与回写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847088"/>
            <a:ext cx="2240280" cy="155448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审计闭环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requestId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audit_log 与运维页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58768"/>
            <a:ext cx="10012680" cy="78638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660" b="1">
                <a:solidFill>
                  <a:srgbClr val="15716E"/>
                </a:solidFill>
                <a:latin typeface="Microsoft YaHei"/>
              </a:defRPr>
            </a:pPr>
            <a:r>
              <a:t>后续优化方向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606E76"/>
                </a:solidFill>
                <a:latin typeface="Microsoft YaHei"/>
              </a:defRPr>
            </a:pPr>
            <a:r>
              <a:t>性能优化、单元测试、人工复核、长期推荐效果评估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74920"/>
            <a:ext cx="95097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15716E"/>
                </a:solidFill>
                <a:latin typeface="Microsoft YaHei"/>
              </a:defRPr>
            </a:pPr>
            <a:r>
              <a:t>谢谢各位老师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475</Words>
  <Application>Microsoft Office PowerPoint</Application>
  <PresentationFormat>宽屏</PresentationFormat>
  <Paragraphs>165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宋体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基于微服务的社交平台的设计与实现</dc:title>
  <dc:subject>毕业设计答辩</dc:subject>
  <dc:creator>Administrator</dc:creator>
  <cp:lastModifiedBy>08 miniz</cp:lastModifiedBy>
  <cp:revision>9</cp:revision>
  <dcterms:created xsi:type="dcterms:W3CDTF">2026-05-25T12:38:25Z</dcterms:created>
  <dcterms:modified xsi:type="dcterms:W3CDTF">2026-06-04T02:27:15Z</dcterms:modified>
</cp:coreProperties>
</file>