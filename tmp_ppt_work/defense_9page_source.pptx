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4" r:id="rId6"/>
    <p:sldId id="265" r:id="rId7"/>
    <p:sldId id="267" r:id="rId9"/>
    <p:sldId id="268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总体架构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客户端与前端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92224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浏览器访问</a:t>
            </a:r>
            <a:r>
              <a:rPr dirty="0"/>
              <a:t> Nuxt3 </a:t>
            </a:r>
            <a:r>
              <a:rPr dirty="0" err="1"/>
              <a:t>前端；前端负责页面展示、交互和调用</a:t>
            </a:r>
            <a:r>
              <a:rPr dirty="0"/>
              <a:t> API。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212848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57860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网关中间层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78608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api_gateway</a:t>
            </a:r>
            <a:r>
              <a:rPr dirty="0"/>
              <a:t> </a:t>
            </a:r>
            <a:r>
              <a:rPr dirty="0" err="1"/>
              <a:t>统一转发到后端服务，并处理限流、requestId</a:t>
            </a:r>
            <a:r>
              <a:rPr dirty="0"/>
              <a:t> </a:t>
            </a:r>
            <a:r>
              <a:rPr dirty="0" err="1"/>
              <a:t>透传和</a:t>
            </a:r>
            <a:r>
              <a:rPr dirty="0"/>
              <a:t> WebSocket </a:t>
            </a:r>
            <a:r>
              <a:rPr dirty="0" err="1"/>
              <a:t>代理</a:t>
            </a:r>
            <a:r>
              <a:rPr dirty="0"/>
              <a:t>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999232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364991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业务服务层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1"/>
            <a:ext cx="8046720" cy="4985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user_service</a:t>
            </a:r>
            <a:r>
              <a:rPr dirty="0"/>
              <a:t> </a:t>
            </a:r>
            <a:r>
              <a:rPr dirty="0" err="1"/>
              <a:t>管身份；blog_service</a:t>
            </a:r>
            <a:r>
              <a:rPr dirty="0"/>
              <a:t> </a:t>
            </a:r>
            <a:r>
              <a:rPr dirty="0" err="1"/>
              <a:t>管内容、互动、推荐、通知；ai_service</a:t>
            </a:r>
            <a:r>
              <a:rPr dirty="0"/>
              <a:t> </a:t>
            </a:r>
            <a:r>
              <a:rPr dirty="0" err="1"/>
              <a:t>管内容分析；chat_service</a:t>
            </a:r>
            <a:r>
              <a:rPr dirty="0"/>
              <a:t> </a:t>
            </a:r>
            <a:r>
              <a:rPr dirty="0" err="1"/>
              <a:t>管私信</a:t>
            </a:r>
            <a:r>
              <a:rPr dirty="0"/>
              <a:t>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785615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51376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51376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MySQL longseason 保存业务表、推荐事件、AI 分析结果和审计日志。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572000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服务划分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1175657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前端服务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559705"/>
            <a:ext cx="23317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000" y="1175657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网关中间服务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559705"/>
            <a:ext cx="27432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29400" y="1175657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后端服务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1559705"/>
            <a:ext cx="34290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1742585"/>
            <a:ext cx="25603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页面展示、发文、通知、私信与运维入口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42585"/>
            <a:ext cx="27432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路由转发、限流、requestId 透传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WebSocket 代理与审计查询入口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42585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注册登录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会话与角色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42585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内容互动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推荐与通知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06209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评分标签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风险与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06209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私信线程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消息与 WebSocket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治理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12647" y="1261871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1261871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1261871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文章创建后，blog_service 调用 ai_service，文章先保持待审核。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1920239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1920239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920239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真实 Provider 使用 messages 风格：system 约束 + user 任务 + 输出 schema + 标签库。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2578607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2578607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578607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Provider 层屏蔽 Mock 和真实模型差异，真实模型可按配置轮询。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3236975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3236975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规范化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236975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解析 JSON，限制分数范围，校验标签必须来自预设标签库。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3895343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3895343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落库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1176" y="3895343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写入 article_ai_analysis、article_ai_tag_on_article，并更新文章状态。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" y="4417896"/>
            <a:ext cx="4800600" cy="43891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 sz="138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失败策略：模型异常不放行，文章进入</a:t>
            </a:r>
            <a:r>
              <a:rPr dirty="0"/>
              <a:t> REVIEW_REQUIRED。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推荐机制：AI 分析与用户画像共同作用</a:t>
            </a:r>
            <a:endParaRPr lang="en-US" altLang="zh-CN" sz="2100" b="1" dirty="0">
              <a:solidFill>
                <a:srgbClr val="24384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推荐不是单独的公式，而是内容侧信号与兴趣侧信号共同进入排序。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0" b="1">
                <a:solidFill>
                  <a:srgbClr val="15716E"/>
                </a:solidFill>
                <a:latin typeface="Microsoft YaHei"/>
              </a:defRPr>
            </a:pPr>
            <a:r>
              <a:t>AI 分析提供内容侧信号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1920240"/>
            <a:ext cx="306324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07568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AI 标签：用于和 tagVector 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四项评分：参与内容质量分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合法性分：参与风险过滤与惩罚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文章状态：决定能否进入候选池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5727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40" b="1">
                <a:solidFill>
                  <a:srgbClr val="15716E"/>
                </a:solidFill>
                <a:latin typeface="Microsoft YaHei"/>
              </a:defRPr>
            </a:pPr>
            <a:r>
              <a:t>用户画像提供兴趣侧信号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1920240"/>
            <a:ext cx="306324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207568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reco_event 记录用户行为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5915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最近 90 天、最多 500 条事件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64261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生成 tagVector 与 authorAffinity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2608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90" b="0">
                <a:solidFill>
                  <a:srgbClr val="606E76"/>
                </a:solidFill>
                <a:latin typeface="Microsoft YaHei"/>
              </a:defRPr>
            </a:pPr>
            <a:r>
              <a:t>旧行为按时间衰减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1755648"/>
            <a:ext cx="2971800" cy="141732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10" b="1">
                <a:solidFill>
                  <a:srgbClr val="15716E"/>
                </a:solidFill>
                <a:latin typeface="Microsoft YaHei"/>
              </a:defRPr>
            </a:pPr>
            <a:r>
              <a:t>推荐总分</a:t>
            </a:r>
            <a:br/>
            <a:r>
              <a:t>tagMatch * 4 + authorAffinity * 2</a:t>
            </a:r>
            <a:br/>
            <a:r>
              <a:t>+ authorQuality * 1.2 + contentQuality + freshness</a:t>
            </a:r>
            <a:br/>
            <a:r>
              <a:t>- riskPenalty - seenPenalty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3319272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先过滤可展示候选，再在候选池中排序。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3822191"/>
            <a:ext cx="982980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20" b="1">
                <a:solidFill>
                  <a:srgbClr val="15716E"/>
                </a:solidFill>
                <a:latin typeface="Microsoft YaHei"/>
              </a:defRPr>
            </a:pPr>
            <a:r>
              <a:t>推荐闭环流程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480560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候选过滤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80560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PUBLISHED / LOW_PRIORITY 且 legalityScore &gt;=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64024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4764024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读取信号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764024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AI 标签与评分 + 用户画像 + 14 天统计 + 已看记录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47488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5047488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计算排序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047488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公式得到 total score，输出推荐列表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330951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" y="5330951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行为回写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330951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曝光、点击、停留、点赞、评论、隐藏、举报写入 reco_event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14415"/>
            <a:ext cx="31089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5716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7592" y="5614415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43846"/>
                </a:solidFill>
                <a:latin typeface="Microsoft YaHei"/>
              </a:defRPr>
            </a:pPr>
            <a:r>
              <a:t>画像刷新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614415"/>
            <a:ext cx="3429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0">
                <a:solidFill>
                  <a:srgbClr val="606E76"/>
                </a:solidFill>
                <a:latin typeface="Microsoft YaHei"/>
              </a:defRPr>
            </a:pPr>
            <a:r>
              <a:t>更新 tagVector / authorAffinity，影响下一次推荐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736592"/>
            <a:ext cx="4480560" cy="53035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60" b="1">
                <a:solidFill>
                  <a:srgbClr val="15716E"/>
                </a:solidFill>
                <a:latin typeface="Microsoft YaHei"/>
              </a:defRPr>
            </a:pPr>
            <a:r>
              <a:t>关键表达：AI 决定内容质量与风险，画像决定用户兴趣，两者共同决定排序。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安全审计：从请求到证据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入口控制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网关限流与 requestId 透传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WebSocket 请求同样经过网关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业务校验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角色判断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文章、评论、聊天等资源归属校验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292608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证据保留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audit_log 记录主体、路径、动作、结果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管理员运维页查询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310128"/>
            <a:ext cx="978408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7490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记录范围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登录、发文、删除、AI 分析、评论、关注、聊天、异常请求和管理员查询。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闭环方式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7083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requestId 定位请求，audit_log 保留行为证据，运维页提供查询入口。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系统测试：从方案到结果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20" b="1">
                <a:solidFill>
                  <a:srgbClr val="15716E"/>
                </a:solidFill>
                <a:latin typeface="Microsoft YaHei"/>
              </a:defRPr>
            </a:pPr>
            <a:r>
              <a:t>测试页按执行过程讲：先说明怎么测，再说明发现了什么，最后说明复验结果。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测试方案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2677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综合黑盒：功能 / 安全 / 异常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压力测试：网关、文章、推荐、当前用户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推荐专项：构造不同画像用户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修复复验：针对已发现缺陷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执行发现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60520" y="22677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84 项黑盒用例，通过 82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96896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发现注册角色提权风险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92608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 WebSocket 网关转发问题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55264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发现推荐并发写入冲突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66420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测试结果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2039112"/>
            <a:ext cx="2468880" cy="0"/>
          </a:xfrm>
          <a:prstGeom prst="line">
            <a:avLst/>
          </a:prstGeom>
          <a:ln w="1524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79" y="226771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定向复验 7 / 7 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59689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推荐专项 13 / 13 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2608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推荐并发复验 160 次 / 16 并发全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5526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结论：原型闭环可验证，不夸大为生产容量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968496"/>
            <a:ext cx="9692640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584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综合黑盒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修复复验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推荐专项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343400"/>
            <a:ext cx="1874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70916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606E76"/>
                </a:solidFill>
                <a:latin typeface="Microsoft YaHei"/>
              </a:defRPr>
            </a:pPr>
            <a:r>
              <a:t>推荐并发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349240"/>
            <a:ext cx="9738360" cy="384048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60" b="1">
                <a:solidFill>
                  <a:srgbClr val="15716E"/>
                </a:solidFill>
                <a:latin typeface="Microsoft YaHei"/>
              </a:defRPr>
            </a:pPr>
            <a:r>
              <a:t>讲述重点：测试形成了“方案设计 -&gt; 执行发现 -&gt; 修复复验 -&gt; 结论边界”的闭环。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341120" y="3145536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谢谢各位老师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514</Words>
  <Application>Microsoft Office PowerPoint</Application>
  <PresentationFormat>宽屏</PresentationFormat>
  <Paragraphs>158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11</cp:revision>
  <dcterms:created xsi:type="dcterms:W3CDTF">2026-05-25T12:38:25Z</dcterms:created>
  <dcterms:modified xsi:type="dcterms:W3CDTF">2026-06-04T04:52:16Z</dcterms:modified>
</cp:coreProperties>
</file>